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21599525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44" autoAdjust="0"/>
    <p:restoredTop sz="94658"/>
  </p:normalViewPr>
  <p:slideViewPr>
    <p:cSldViewPr snapToGrid="0">
      <p:cViewPr>
        <p:scale>
          <a:sx n="66" d="100"/>
          <a:sy n="66" d="100"/>
        </p:scale>
        <p:origin x="7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9941" y="1767462"/>
            <a:ext cx="16199644" cy="3759917"/>
          </a:xfrm>
        </p:spPr>
        <p:txBody>
          <a:bodyPr anchor="b"/>
          <a:lstStyle>
            <a:lvl1pPr algn="ctr">
              <a:defRPr sz="944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9941" y="5672376"/>
            <a:ext cx="16199644" cy="2607442"/>
          </a:xfrm>
        </p:spPr>
        <p:txBody>
          <a:bodyPr/>
          <a:lstStyle>
            <a:lvl1pPr marL="0" indent="0" algn="ctr">
              <a:buNone/>
              <a:defRPr sz="3780"/>
            </a:lvl1pPr>
            <a:lvl2pPr marL="719999" indent="0" algn="ctr">
              <a:buNone/>
              <a:defRPr sz="3150"/>
            </a:lvl2pPr>
            <a:lvl3pPr marL="1439997" indent="0" algn="ctr">
              <a:buNone/>
              <a:defRPr sz="2835"/>
            </a:lvl3pPr>
            <a:lvl4pPr marL="2159996" indent="0" algn="ctr">
              <a:buNone/>
              <a:defRPr sz="2520"/>
            </a:lvl4pPr>
            <a:lvl5pPr marL="2879994" indent="0" algn="ctr">
              <a:buNone/>
              <a:defRPr sz="2520"/>
            </a:lvl5pPr>
            <a:lvl6pPr marL="3599993" indent="0" algn="ctr">
              <a:buNone/>
              <a:defRPr sz="2520"/>
            </a:lvl6pPr>
            <a:lvl7pPr marL="4319991" indent="0" algn="ctr">
              <a:buNone/>
              <a:defRPr sz="2520"/>
            </a:lvl7pPr>
            <a:lvl8pPr marL="5039990" indent="0" algn="ctr">
              <a:buNone/>
              <a:defRPr sz="2520"/>
            </a:lvl8pPr>
            <a:lvl9pPr marL="5759988" indent="0" algn="ctr">
              <a:buNone/>
              <a:defRPr sz="252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EF653-0038-4938-A341-FD3C2DA7F638}" type="datetimeFigureOut">
              <a:rPr lang="ko-KR" altLang="en-US" smtClean="0"/>
              <a:t>2025-11-06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9F6F7-0B3A-4375-9080-8AC5912C667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1092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EF653-0038-4938-A341-FD3C2DA7F638}" type="datetimeFigureOut">
              <a:rPr lang="ko-KR" altLang="en-US" smtClean="0"/>
              <a:t>2025-11-06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9F6F7-0B3A-4375-9080-8AC5912C667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8888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18" y="2692442"/>
            <a:ext cx="18629590" cy="4492401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18" y="7227343"/>
            <a:ext cx="18629590" cy="2362447"/>
          </a:xfrm>
        </p:spPr>
        <p:txBody>
          <a:bodyPr/>
          <a:lstStyle>
            <a:lvl1pPr marL="0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1pPr>
            <a:lvl2pPr marL="719999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2pPr>
            <a:lvl3pPr marL="1439997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3pPr>
            <a:lvl4pPr marL="2159996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4pPr>
            <a:lvl5pPr marL="2879994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5pPr>
            <a:lvl6pPr marL="3599993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6pPr>
            <a:lvl7pPr marL="4319991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7pPr>
            <a:lvl8pPr marL="503999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8pPr>
            <a:lvl9pPr marL="5759988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EF653-0038-4938-A341-FD3C2DA7F638}" type="datetimeFigureOut">
              <a:rPr lang="ko-KR" altLang="en-US" smtClean="0"/>
              <a:t>2025-11-06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9F6F7-0B3A-4375-9080-8AC5912C667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9316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967" y="2874937"/>
            <a:ext cx="9179798" cy="68523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4760" y="2874937"/>
            <a:ext cx="9179798" cy="68523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EF653-0038-4938-A341-FD3C2DA7F638}" type="datetimeFigureOut">
              <a:rPr lang="ko-KR" altLang="en-US" smtClean="0"/>
              <a:t>2025-11-06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9F6F7-0B3A-4375-9080-8AC5912C667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21765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574988"/>
            <a:ext cx="18629590" cy="208745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781" y="2647443"/>
            <a:ext cx="9137611" cy="1297471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781" y="3944914"/>
            <a:ext cx="9137611" cy="580237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4760" y="2647443"/>
            <a:ext cx="9182611" cy="1297471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4760" y="3944914"/>
            <a:ext cx="9182611" cy="580237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EF653-0038-4938-A341-FD3C2DA7F638}" type="datetimeFigureOut">
              <a:rPr lang="ko-KR" altLang="en-US" smtClean="0"/>
              <a:t>2025-11-06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9F6F7-0B3A-4375-9080-8AC5912C667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25692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EF653-0038-4938-A341-FD3C2DA7F638}" type="datetimeFigureOut">
              <a:rPr lang="ko-KR" altLang="en-US" smtClean="0"/>
              <a:t>2025-11-06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9F6F7-0B3A-4375-9080-8AC5912C667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0041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EF653-0038-4938-A341-FD3C2DA7F638}" type="datetimeFigureOut">
              <a:rPr lang="ko-KR" altLang="en-US" smtClean="0"/>
              <a:t>2025-11-06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9F6F7-0B3A-4375-9080-8AC5912C667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2974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2" y="719984"/>
            <a:ext cx="6966408" cy="2519945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611" y="1554966"/>
            <a:ext cx="10934760" cy="7674832"/>
          </a:xfrm>
        </p:spPr>
        <p:txBody>
          <a:bodyPr/>
          <a:lstStyle>
            <a:lvl1pPr>
              <a:defRPr sz="5039"/>
            </a:lvl1pPr>
            <a:lvl2pPr>
              <a:defRPr sz="4409"/>
            </a:lvl2pPr>
            <a:lvl3pPr>
              <a:defRPr sz="3780"/>
            </a:lvl3pPr>
            <a:lvl4pPr>
              <a:defRPr sz="3150"/>
            </a:lvl4pPr>
            <a:lvl5pPr>
              <a:defRPr sz="3150"/>
            </a:lvl5pPr>
            <a:lvl6pPr>
              <a:defRPr sz="3150"/>
            </a:lvl6pPr>
            <a:lvl7pPr>
              <a:defRPr sz="3150"/>
            </a:lvl7pPr>
            <a:lvl8pPr>
              <a:defRPr sz="3150"/>
            </a:lvl8pPr>
            <a:lvl9pPr>
              <a:defRPr sz="31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2" y="3239929"/>
            <a:ext cx="6966408" cy="6002369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EF653-0038-4938-A341-FD3C2DA7F638}" type="datetimeFigureOut">
              <a:rPr lang="ko-KR" altLang="en-US" smtClean="0"/>
              <a:t>2025-11-06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9F6F7-0B3A-4375-9080-8AC5912C667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40598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2" y="719984"/>
            <a:ext cx="6966408" cy="2519945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2611" y="1554966"/>
            <a:ext cx="10934760" cy="7674832"/>
          </a:xfrm>
        </p:spPr>
        <p:txBody>
          <a:bodyPr anchor="t"/>
          <a:lstStyle>
            <a:lvl1pPr marL="0" indent="0">
              <a:buNone/>
              <a:defRPr sz="5039"/>
            </a:lvl1pPr>
            <a:lvl2pPr marL="719999" indent="0">
              <a:buNone/>
              <a:defRPr sz="4409"/>
            </a:lvl2pPr>
            <a:lvl3pPr marL="1439997" indent="0">
              <a:buNone/>
              <a:defRPr sz="3780"/>
            </a:lvl3pPr>
            <a:lvl4pPr marL="2159996" indent="0">
              <a:buNone/>
              <a:defRPr sz="3150"/>
            </a:lvl4pPr>
            <a:lvl5pPr marL="2879994" indent="0">
              <a:buNone/>
              <a:defRPr sz="3150"/>
            </a:lvl5pPr>
            <a:lvl6pPr marL="3599993" indent="0">
              <a:buNone/>
              <a:defRPr sz="3150"/>
            </a:lvl6pPr>
            <a:lvl7pPr marL="4319991" indent="0">
              <a:buNone/>
              <a:defRPr sz="3150"/>
            </a:lvl7pPr>
            <a:lvl8pPr marL="5039990" indent="0">
              <a:buNone/>
              <a:defRPr sz="3150"/>
            </a:lvl8pPr>
            <a:lvl9pPr marL="5759988" indent="0">
              <a:buNone/>
              <a:defRPr sz="315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2" y="3239929"/>
            <a:ext cx="6966408" cy="6002369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EF653-0038-4938-A341-FD3C2DA7F638}" type="datetimeFigureOut">
              <a:rPr lang="ko-KR" altLang="en-US" smtClean="0"/>
              <a:t>2025-11-06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9F6F7-0B3A-4375-9080-8AC5912C667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60876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EF653-0038-4938-A341-FD3C2DA7F638}" type="datetimeFigureOut">
              <a:rPr lang="ko-KR" altLang="en-US" smtClean="0"/>
              <a:t>2025-11-06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9F6F7-0B3A-4375-9080-8AC5912C667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6960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7160" y="574987"/>
            <a:ext cx="4657398" cy="9152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967" y="574987"/>
            <a:ext cx="13702199" cy="9152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EF653-0038-4938-A341-FD3C2DA7F638}" type="datetimeFigureOut">
              <a:rPr lang="ko-KR" altLang="en-US" smtClean="0"/>
              <a:t>2025-11-06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9F6F7-0B3A-4375-9080-8AC5912C667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21633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574988"/>
            <a:ext cx="18629590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2874937"/>
            <a:ext cx="18629590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7" y="10009781"/>
            <a:ext cx="4859893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8EF653-0038-4938-A341-FD3C2DA7F638}" type="datetimeFigureOut">
              <a:rPr lang="ko-KR" altLang="en-US" smtClean="0"/>
              <a:t>2025-11-06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10009781"/>
            <a:ext cx="728984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5" y="10009781"/>
            <a:ext cx="4859893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A9F6F7-0B3A-4375-9080-8AC5912C667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66130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439997" rtl="0" eaLnBrk="1" latinLnBrk="1" hangingPunct="1">
        <a:lnSpc>
          <a:spcPct val="90000"/>
        </a:lnSpc>
        <a:spcBef>
          <a:spcPct val="0"/>
        </a:spcBef>
        <a:buNone/>
        <a:defRPr sz="69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999" indent="-359999" algn="l" defTabSz="1439997" rtl="0" eaLnBrk="1" latinLnBrk="1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indent="-359999" algn="l" defTabSz="1439997" rtl="0" eaLnBrk="1" latinLnBrk="1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799996" indent="-359999" algn="l" defTabSz="1439997" rtl="0" eaLnBrk="1" latinLnBrk="1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3pPr>
      <a:lvl4pPr marL="2519995" indent="-359999" algn="l" defTabSz="1439997" rtl="0" eaLnBrk="1" latinLnBrk="1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3239994" indent="-359999" algn="l" defTabSz="1439997" rtl="0" eaLnBrk="1" latinLnBrk="1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959992" indent="-359999" algn="l" defTabSz="1439997" rtl="0" eaLnBrk="1" latinLnBrk="1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679991" indent="-359999" algn="l" defTabSz="1439997" rtl="0" eaLnBrk="1" latinLnBrk="1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399989" indent="-359999" algn="l" defTabSz="1439997" rtl="0" eaLnBrk="1" latinLnBrk="1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6119988" indent="-359999" algn="l" defTabSz="1439997" rtl="0" eaLnBrk="1" latinLnBrk="1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997" rtl="0" eaLnBrk="1" latinLnBrk="1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19999" algn="l" defTabSz="1439997" rtl="0" eaLnBrk="1" latinLnBrk="1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39997" algn="l" defTabSz="1439997" rtl="0" eaLnBrk="1" latinLnBrk="1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59996" algn="l" defTabSz="1439997" rtl="0" eaLnBrk="1" latinLnBrk="1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79994" algn="l" defTabSz="1439997" rtl="0" eaLnBrk="1" latinLnBrk="1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599993" algn="l" defTabSz="1439997" rtl="0" eaLnBrk="1" latinLnBrk="1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19991" algn="l" defTabSz="1439997" rtl="0" eaLnBrk="1" latinLnBrk="1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39990" algn="l" defTabSz="1439997" rtl="0" eaLnBrk="1" latinLnBrk="1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59988" algn="l" defTabSz="1439997" rtl="0" eaLnBrk="1" latinLnBrk="1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A65BE26-0E04-6B80-ACB4-203C807003D6}"/>
              </a:ext>
            </a:extLst>
          </p:cNvPr>
          <p:cNvSpPr/>
          <p:nvPr/>
        </p:nvSpPr>
        <p:spPr>
          <a:xfrm>
            <a:off x="10799762" y="2300290"/>
            <a:ext cx="8673308" cy="517207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34108AC-2280-E50C-F953-57A26CF701C3}"/>
              </a:ext>
            </a:extLst>
          </p:cNvPr>
          <p:cNvSpPr/>
          <p:nvPr/>
        </p:nvSpPr>
        <p:spPr>
          <a:xfrm>
            <a:off x="13474034" y="1439579"/>
            <a:ext cx="282641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BackEnd</a:t>
            </a:r>
            <a:endParaRPr lang="en-US" altLang="ko-KR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6E30625-CE97-F3BA-1F16-90B3D4599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07906" y="3228495"/>
            <a:ext cx="637015" cy="637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@docker">
            <a:extLst>
              <a:ext uri="{FF2B5EF4-FFF2-40B4-BE49-F238E27FC236}">
                <a16:creationId xmlns:a16="http://schemas.microsoft.com/office/drawing/2014/main" id="{24E30C32-3297-9D5A-60A1-5BE81F002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5716" y="5705420"/>
            <a:ext cx="801659" cy="801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FCC519E-F015-4E84-8A28-F3E312CE2381}"/>
              </a:ext>
            </a:extLst>
          </p:cNvPr>
          <p:cNvSpPr/>
          <p:nvPr/>
        </p:nvSpPr>
        <p:spPr>
          <a:xfrm>
            <a:off x="13773255" y="2800352"/>
            <a:ext cx="2570852" cy="157162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6F009D5-6CD5-A6E3-1E3F-9575F7CF7656}"/>
              </a:ext>
            </a:extLst>
          </p:cNvPr>
          <p:cNvSpPr/>
          <p:nvPr/>
        </p:nvSpPr>
        <p:spPr>
          <a:xfrm>
            <a:off x="14613337" y="2325288"/>
            <a:ext cx="88979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Server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6D718408-70FA-16E7-9FEC-43A0DCBF7CFA}"/>
              </a:ext>
            </a:extLst>
          </p:cNvPr>
          <p:cNvGrpSpPr/>
          <p:nvPr/>
        </p:nvGrpSpPr>
        <p:grpSpPr>
          <a:xfrm>
            <a:off x="13200857" y="4774296"/>
            <a:ext cx="3143250" cy="2046688"/>
            <a:chOff x="11401426" y="4704500"/>
            <a:chExt cx="3143250" cy="2046688"/>
          </a:xfrm>
        </p:grpSpPr>
        <p:pic>
          <p:nvPicPr>
            <p:cNvPr id="1030" name="Picture 6" descr="FastAPI">
              <a:extLst>
                <a:ext uri="{FF2B5EF4-FFF2-40B4-BE49-F238E27FC236}">
                  <a16:creationId xmlns:a16="http://schemas.microsoft.com/office/drawing/2014/main" id="{B306F37B-02F1-F4A8-EB79-199FFEDF83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74602" y="5244699"/>
              <a:ext cx="1852352" cy="6674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3D2F8AE2-890D-74A6-687D-C82D7CC639F3}"/>
                </a:ext>
              </a:extLst>
            </p:cNvPr>
            <p:cNvSpPr/>
            <p:nvPr/>
          </p:nvSpPr>
          <p:spPr>
            <a:xfrm>
              <a:off x="11401426" y="5179563"/>
              <a:ext cx="3143250" cy="157162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FDF67963-D23D-66A4-DA76-D47E5E14284D}"/>
                </a:ext>
              </a:extLst>
            </p:cNvPr>
            <p:cNvSpPr/>
            <p:nvPr/>
          </p:nvSpPr>
          <p:spPr>
            <a:xfrm>
              <a:off x="12419150" y="4704500"/>
              <a:ext cx="1107804" cy="4001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ko-KR" sz="2000" dirty="0" err="1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AIServer</a:t>
              </a:r>
              <a:endParaRPr lang="en-US" altLang="ko-K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1D74C49-74A4-4A6F-23C5-9B33D973C878}"/>
              </a:ext>
            </a:extLst>
          </p:cNvPr>
          <p:cNvGrpSpPr/>
          <p:nvPr/>
        </p:nvGrpSpPr>
        <p:grpSpPr>
          <a:xfrm>
            <a:off x="3334986" y="8259395"/>
            <a:ext cx="3143250" cy="2046688"/>
            <a:chOff x="3028950" y="3847249"/>
            <a:chExt cx="3143250" cy="2046688"/>
          </a:xfrm>
        </p:grpSpPr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7BDA32C1-94F3-8007-7482-68CF79ECF2D9}"/>
                </a:ext>
              </a:extLst>
            </p:cNvPr>
            <p:cNvSpPr/>
            <p:nvPr/>
          </p:nvSpPr>
          <p:spPr>
            <a:xfrm>
              <a:off x="3028950" y="4322312"/>
              <a:ext cx="3143250" cy="157162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89D57771-C659-31F2-8CED-BDB778D93F6B}"/>
                </a:ext>
              </a:extLst>
            </p:cNvPr>
            <p:cNvSpPr/>
            <p:nvPr/>
          </p:nvSpPr>
          <p:spPr>
            <a:xfrm>
              <a:off x="4123523" y="3847249"/>
              <a:ext cx="954107" cy="4001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ko-KR" altLang="en-US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템플릿</a:t>
              </a:r>
              <a:endParaRPr lang="en-US" altLang="ko-K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pic>
        <p:nvPicPr>
          <p:cNvPr id="1032" name="Picture 8">
            <a:extLst>
              <a:ext uri="{FF2B5EF4-FFF2-40B4-BE49-F238E27FC236}">
                <a16:creationId xmlns:a16="http://schemas.microsoft.com/office/drawing/2014/main" id="{0A91410B-8CFE-315D-B2D1-A8BD23ADD3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34" r="26523"/>
          <a:stretch>
            <a:fillRect/>
          </a:stretch>
        </p:blipFill>
        <p:spPr bwMode="auto">
          <a:xfrm>
            <a:off x="11487917" y="3200461"/>
            <a:ext cx="968395" cy="1098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" name="그룹 25">
            <a:extLst>
              <a:ext uri="{FF2B5EF4-FFF2-40B4-BE49-F238E27FC236}">
                <a16:creationId xmlns:a16="http://schemas.microsoft.com/office/drawing/2014/main" id="{37DDBE4A-C72F-9912-7CE8-B9FA38DBD4DC}"/>
              </a:ext>
            </a:extLst>
          </p:cNvPr>
          <p:cNvGrpSpPr/>
          <p:nvPr/>
        </p:nvGrpSpPr>
        <p:grpSpPr>
          <a:xfrm>
            <a:off x="16961835" y="2800351"/>
            <a:ext cx="1864550" cy="3709394"/>
            <a:chOff x="15162404" y="2800351"/>
            <a:chExt cx="1864550" cy="3709394"/>
          </a:xfrm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9FC45D5C-6967-4F99-36D9-6C148B05D0B0}"/>
                </a:ext>
              </a:extLst>
            </p:cNvPr>
            <p:cNvSpPr/>
            <p:nvPr/>
          </p:nvSpPr>
          <p:spPr>
            <a:xfrm>
              <a:off x="15162404" y="3275414"/>
              <a:ext cx="1864550" cy="3234331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4112E894-917B-1494-9D90-2C7DF6DE40F8}"/>
                </a:ext>
              </a:extLst>
            </p:cNvPr>
            <p:cNvSpPr/>
            <p:nvPr/>
          </p:nvSpPr>
          <p:spPr>
            <a:xfrm>
              <a:off x="15428631" y="2800351"/>
              <a:ext cx="1253548" cy="4001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ko-KR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Database</a:t>
              </a:r>
            </a:p>
          </p:txBody>
        </p:sp>
        <p:pic>
          <p:nvPicPr>
            <p:cNvPr id="12" name="Picture 2" descr="Software">
              <a:extLst>
                <a:ext uri="{FF2B5EF4-FFF2-40B4-BE49-F238E27FC236}">
                  <a16:creationId xmlns:a16="http://schemas.microsoft.com/office/drawing/2014/main" id="{30400E63-11CB-50CD-987A-11FA581845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519045" y="3275414"/>
              <a:ext cx="1301081" cy="14465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6">
              <a:extLst>
                <a:ext uri="{FF2B5EF4-FFF2-40B4-BE49-F238E27FC236}">
                  <a16:creationId xmlns:a16="http://schemas.microsoft.com/office/drawing/2014/main" id="{56D7F0CF-673C-5521-68D6-FA424CBA137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7" r="16832"/>
            <a:stretch>
              <a:fillRect/>
            </a:stretch>
          </p:blipFill>
          <p:spPr bwMode="auto">
            <a:xfrm>
              <a:off x="15390621" y="4973482"/>
              <a:ext cx="792867" cy="8527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 descr="post-thumbnail">
              <a:extLst>
                <a:ext uri="{FF2B5EF4-FFF2-40B4-BE49-F238E27FC236}">
                  <a16:creationId xmlns:a16="http://schemas.microsoft.com/office/drawing/2014/main" id="{804980BA-66BC-F74F-AF17-D8C8859282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80126" y="5591926"/>
              <a:ext cx="806560" cy="6808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38" name="Picture 14">
            <a:extLst>
              <a:ext uri="{FF2B5EF4-FFF2-40B4-BE49-F238E27FC236}">
                <a16:creationId xmlns:a16="http://schemas.microsoft.com/office/drawing/2014/main" id="{D4239986-790D-7682-EA19-11ED3BE067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5236" y="4683630"/>
            <a:ext cx="1781175" cy="51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D7D5EA21-D132-0ED4-1BF5-7F947C6E78E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171298" y="3162841"/>
            <a:ext cx="715942" cy="805515"/>
          </a:xfrm>
          <a:prstGeom prst="rect">
            <a:avLst/>
          </a:prstGeom>
        </p:spPr>
      </p:pic>
      <p:pic>
        <p:nvPicPr>
          <p:cNvPr id="1042" name="Picture 18">
            <a:extLst>
              <a:ext uri="{FF2B5EF4-FFF2-40B4-BE49-F238E27FC236}">
                <a16:creationId xmlns:a16="http://schemas.microsoft.com/office/drawing/2014/main" id="{5A14B5FB-D9E9-1760-7C81-008713E9CE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67068" y="5413551"/>
            <a:ext cx="521831" cy="521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9" name="그룹 38">
            <a:extLst>
              <a:ext uri="{FF2B5EF4-FFF2-40B4-BE49-F238E27FC236}">
                <a16:creationId xmlns:a16="http://schemas.microsoft.com/office/drawing/2014/main" id="{C216EE80-6353-42F1-6D94-F13B1722FE0B}"/>
              </a:ext>
            </a:extLst>
          </p:cNvPr>
          <p:cNvGrpSpPr/>
          <p:nvPr/>
        </p:nvGrpSpPr>
        <p:grpSpPr>
          <a:xfrm>
            <a:off x="6371772" y="1365898"/>
            <a:ext cx="3542746" cy="6032786"/>
            <a:chOff x="6052457" y="1365898"/>
            <a:chExt cx="3542746" cy="6032786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BB6A4BDA-CEC4-ABF7-2A6B-864AC0434EFA}"/>
                </a:ext>
              </a:extLst>
            </p:cNvPr>
            <p:cNvGrpSpPr/>
            <p:nvPr/>
          </p:nvGrpSpPr>
          <p:grpSpPr>
            <a:xfrm>
              <a:off x="6052457" y="1365898"/>
              <a:ext cx="3542746" cy="6032786"/>
              <a:chOff x="6052457" y="1365898"/>
              <a:chExt cx="3542746" cy="6032786"/>
            </a:xfrm>
          </p:grpSpPr>
          <p:sp>
            <p:nvSpPr>
              <p:cNvPr id="32" name="사각형: 둥근 모서리 31">
                <a:extLst>
                  <a:ext uri="{FF2B5EF4-FFF2-40B4-BE49-F238E27FC236}">
                    <a16:creationId xmlns:a16="http://schemas.microsoft.com/office/drawing/2014/main" id="{ECD97FC2-5685-7AE8-14E2-729820FB6D5B}"/>
                  </a:ext>
                </a:extLst>
              </p:cNvPr>
              <p:cNvSpPr/>
              <p:nvPr/>
            </p:nvSpPr>
            <p:spPr>
              <a:xfrm>
                <a:off x="6052457" y="2226609"/>
                <a:ext cx="3542746" cy="5172075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266E5161-178B-02F3-227D-B58F17490FAA}"/>
                  </a:ext>
                </a:extLst>
              </p:cNvPr>
              <p:cNvSpPr/>
              <p:nvPr/>
            </p:nvSpPr>
            <p:spPr>
              <a:xfrm>
                <a:off x="6401470" y="1365898"/>
                <a:ext cx="2905412" cy="92333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altLang="ko-KR" sz="5400" dirty="0" err="1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FrontEnd</a:t>
                </a:r>
                <a:endParaRPr lang="en-US" altLang="ko-KR" sz="54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</p:grpSp>
        <p:pic>
          <p:nvPicPr>
            <p:cNvPr id="1044" name="Picture 20" descr="Why choose React? React.js. React JS, ReactJS, atmail, email">
              <a:extLst>
                <a:ext uri="{FF2B5EF4-FFF2-40B4-BE49-F238E27FC236}">
                  <a16:creationId xmlns:a16="http://schemas.microsoft.com/office/drawing/2014/main" id="{CAAF3134-B9DD-0B70-2B62-E9BF0F4E2D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78236" y="3275414"/>
              <a:ext cx="2423130" cy="813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50" name="Picture 26">
              <a:extLst>
                <a:ext uri="{FF2B5EF4-FFF2-40B4-BE49-F238E27FC236}">
                  <a16:creationId xmlns:a16="http://schemas.microsoft.com/office/drawing/2014/main" id="{123AED1A-479E-DBEB-21BA-FF2FBA32A5C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970" r="30050" b="13050"/>
            <a:stretch>
              <a:fillRect/>
            </a:stretch>
          </p:blipFill>
          <p:spPr bwMode="auto">
            <a:xfrm>
              <a:off x="7284584" y="4750982"/>
              <a:ext cx="1200095" cy="14753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C352ECEC-35EB-53FA-7771-647E58A1924A}"/>
              </a:ext>
            </a:extLst>
          </p:cNvPr>
          <p:cNvGrpSpPr/>
          <p:nvPr/>
        </p:nvGrpSpPr>
        <p:grpSpPr>
          <a:xfrm>
            <a:off x="7816980" y="7757131"/>
            <a:ext cx="3542746" cy="6032786"/>
            <a:chOff x="6052457" y="1365898"/>
            <a:chExt cx="3542746" cy="6032786"/>
          </a:xfrm>
        </p:grpSpPr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32854340-2EC6-10AB-D5DF-7C5420D43B00}"/>
                </a:ext>
              </a:extLst>
            </p:cNvPr>
            <p:cNvSpPr/>
            <p:nvPr/>
          </p:nvSpPr>
          <p:spPr>
            <a:xfrm>
              <a:off x="6052457" y="2226609"/>
              <a:ext cx="3542746" cy="5172075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CC02EF78-AA15-701B-89B6-97FA7DDF68B3}"/>
                </a:ext>
              </a:extLst>
            </p:cNvPr>
            <p:cNvSpPr/>
            <p:nvPr/>
          </p:nvSpPr>
          <p:spPr>
            <a:xfrm>
              <a:off x="6723096" y="1365898"/>
              <a:ext cx="226215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ko-KR" altLang="en-US" sz="54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템플릿</a:t>
              </a:r>
              <a:endParaRPr lang="en-US" altLang="ko-KR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pic>
        <p:nvPicPr>
          <p:cNvPr id="8" name="Picture 2" descr="챗GPT - 위키백과, 우리 모두의 백과사전">
            <a:extLst>
              <a:ext uri="{FF2B5EF4-FFF2-40B4-BE49-F238E27FC236}">
                <a16:creationId xmlns:a16="http://schemas.microsoft.com/office/drawing/2014/main" id="{819CAE81-7681-3688-F106-46A2853F07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67067" y="6065694"/>
            <a:ext cx="521831" cy="521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0" descr="What is Hugging Face? | IBM">
            <a:extLst>
              <a:ext uri="{FF2B5EF4-FFF2-40B4-BE49-F238E27FC236}">
                <a16:creationId xmlns:a16="http://schemas.microsoft.com/office/drawing/2014/main" id="{DF4C539B-5965-3138-DFC3-3CD68FB581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05" t="36927" r="12173" b="37683"/>
          <a:stretch>
            <a:fillRect/>
          </a:stretch>
        </p:blipFill>
        <p:spPr bwMode="auto">
          <a:xfrm>
            <a:off x="13630310" y="6091091"/>
            <a:ext cx="1585815" cy="402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8" name="그룹 37">
            <a:extLst>
              <a:ext uri="{FF2B5EF4-FFF2-40B4-BE49-F238E27FC236}">
                <a16:creationId xmlns:a16="http://schemas.microsoft.com/office/drawing/2014/main" id="{05046FCB-26E9-BBD5-6F21-F3B946176869}"/>
              </a:ext>
            </a:extLst>
          </p:cNvPr>
          <p:cNvGrpSpPr/>
          <p:nvPr/>
        </p:nvGrpSpPr>
        <p:grpSpPr>
          <a:xfrm>
            <a:off x="2716139" y="1381523"/>
            <a:ext cx="2744375" cy="6017161"/>
            <a:chOff x="2773140" y="1507984"/>
            <a:chExt cx="2744375" cy="6017161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EBBF001C-2505-67A1-CE1C-24DA4F2CCFE9}"/>
                </a:ext>
              </a:extLst>
            </p:cNvPr>
            <p:cNvGrpSpPr/>
            <p:nvPr/>
          </p:nvGrpSpPr>
          <p:grpSpPr>
            <a:xfrm>
              <a:off x="2773140" y="1507984"/>
              <a:ext cx="2744375" cy="6017161"/>
              <a:chOff x="6052457" y="1365898"/>
              <a:chExt cx="3542746" cy="6017161"/>
            </a:xfrm>
          </p:grpSpPr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AEE23E65-6D7E-3918-CF2C-DA3B8BD56317}"/>
                  </a:ext>
                </a:extLst>
              </p:cNvPr>
              <p:cNvSpPr/>
              <p:nvPr/>
            </p:nvSpPr>
            <p:spPr>
              <a:xfrm>
                <a:off x="6052457" y="2226609"/>
                <a:ext cx="3542746" cy="515645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64386C2F-A7E1-C39A-9E8A-3FBF447DED59}"/>
                  </a:ext>
                </a:extLst>
              </p:cNvPr>
              <p:cNvSpPr/>
              <p:nvPr/>
            </p:nvSpPr>
            <p:spPr>
              <a:xfrm>
                <a:off x="6337940" y="1365898"/>
                <a:ext cx="3032470" cy="92333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altLang="ko-KR" sz="5400" dirty="0" err="1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Coroperation</a:t>
                </a:r>
                <a:endParaRPr lang="en-US" altLang="ko-KR" sz="54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</p:grpSp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316E9B27-2EAA-7C8A-9575-A4963E623A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3486737" y="4138179"/>
              <a:ext cx="1415656" cy="1415656"/>
            </a:xfrm>
            <a:prstGeom prst="rect">
              <a:avLst/>
            </a:prstGeom>
          </p:spPr>
        </p:pic>
        <p:pic>
          <p:nvPicPr>
            <p:cNvPr id="29" name="Picture 10" descr="연결 아이콘">
              <a:extLst>
                <a:ext uri="{FF2B5EF4-FFF2-40B4-BE49-F238E27FC236}">
                  <a16:creationId xmlns:a16="http://schemas.microsoft.com/office/drawing/2014/main" id="{A34CE346-5C25-624C-28A3-C781D46B37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51311" y="2876904"/>
              <a:ext cx="914400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3F1BA9A4-FF41-4581-1BEE-118FE1F719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486737" y="5824379"/>
              <a:ext cx="1337768" cy="13377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247887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</TotalTime>
  <Words>8</Words>
  <Application>Microsoft Office PowerPoint</Application>
  <PresentationFormat>사용자 지정</PresentationFormat>
  <Paragraphs>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준용 조</dc:creator>
  <cp:lastModifiedBy>준용 조</cp:lastModifiedBy>
  <cp:revision>6</cp:revision>
  <dcterms:created xsi:type="dcterms:W3CDTF">2025-11-05T01:01:17Z</dcterms:created>
  <dcterms:modified xsi:type="dcterms:W3CDTF">2025-11-06T02:27:31Z</dcterms:modified>
</cp:coreProperties>
</file>